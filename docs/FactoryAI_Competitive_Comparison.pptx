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4A90D9"/>
                </a:solidFill>
              </a:defRPr>
            </a:pPr>
            <a:r>
              <a:t>FactoryAI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892B0"/>
                </a:solidFill>
              </a:defRPr>
            </a:pPr>
            <a:r>
              <a:t>Enterprise AI-Powered Software Development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7B26F"/>
                </a:solidFill>
              </a:defRPr>
            </a:pPr>
            <a: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4A90D9"/>
                </a:solidFill>
              </a:defRPr>
            </a:pPr>
            <a:r>
              <a:t>Why FactoryAI - The Differentiated Value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A90D9"/>
                </a:solidFill>
              </a:defRPr>
            </a:pPr>
            <a:r>
              <a:t>Core Differentiators - What Makes FactoryAI Unique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30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7679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Autonomous Task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Completes entire engineering tasks autonomously instead of providing suggestions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Multi-Surface 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Works across IDE extensions, CLI, web interface, Slack, Jira, and CI/CD pipelines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Parallel Execution at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Executes multiple tasks concurrently across repositories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Model-Agnostic 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Supports multiple models (GPT, Claude, others) - no vendor lock-in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CI/CD Native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Integrates directly with CI/CD pipelines for build, test, and deployment</a:t>
                      </a:r>
                    </a:p>
                  </a:txBody>
                  <a:tcPr/>
                </a:tc>
              </a:tr>
              <a:tr h="4767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Enterprise-Grade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Designed for enterprise environments with governance and compliance controls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Key Differentiator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FactoryAI executes work end-to-end rather than assisting incrementally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It delivers completed work, not just suggestions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Built for enterprise teams that need autonomous execution, governance, and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67B26F"/>
                </a:solidFill>
              </a:defRPr>
            </a:pPr>
            <a:r>
              <a:t>"FactoryAI doesn't suggest code - it delivers completed work."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A90D9"/>
                </a:solidFill>
              </a:defRPr>
            </a:pPr>
            <a:r>
              <a:t>Key Value Propositions by Stakeholder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30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Stakeholder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Value Delivered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Accelerates delivery timelines, reduces long-term maintenance effort, enables enterprise-scale automation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Engineering Leaders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Improves productivity, reduces manual effort, enables consistent execution across teams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DevOps / Platform Teams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Enables CI/CD automation, reduces operational toil, supports scalable execution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Reduces repetitive work, automates complex refactors, allows focus on higher-value tasks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7B26F"/>
                </a:solidFill>
              </a:defRPr>
            </a:pPr>
            <a: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4A90D9"/>
                </a:solidFill>
              </a:defRPr>
            </a:pPr>
            <a:r>
              <a:t>Market Landscape &amp; Alternatives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A90D9"/>
                </a:solidFill>
              </a:defRPr>
            </a:pPr>
            <a:r>
              <a:t>Category 1: GenAI Code Assistants (Suggestions-Based)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Gaps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GitHub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Code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Fast code suggestions, IDE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Suggestion-only, no task execution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Amazon Q Developer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AI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AWS integration, code 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AWS-centric, limited autonomy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Tabnine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Code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Privacy-focused, IDE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Limited scope, no autonomy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A90D9"/>
                </a:solidFill>
              </a:defRPr>
            </a:pPr>
            <a:r>
              <a:t>Category 2: Agentic AI Coding Tools (Autonomous)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300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Gaps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Claude Code (Anthropic)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Agentic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Strong reasoning, code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Limited CI/CD integration, not enterprise-scale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IDE-centric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Developer UX, inline editing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 enterprise orchestration</a:t>
                      </a:r>
                    </a:p>
                  </a:txBody>
                  <a:tcPr/>
                </a:tc>
              </a:tr>
              <a:tr h="5257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Devin (Cognition)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Autonomous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Handles complex tasks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Proprietary, limited enterprise integration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A90D9"/>
                </a:solidFill>
              </a:defRPr>
            </a:pPr>
            <a:r>
              <a:t>Category 3: Open Source &amp; Enterprise Alternatives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300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50292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Strengths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Gaps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Cline / Aider (OSS)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Open source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Customizable, open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 enterprise governance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IBM Watson Code Assistant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Enterprise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Governance, documentation 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Not fully autonomous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OpenRewrite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Refactoring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Recipe-based transformations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Limited intelligence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CAST / Wipro App 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Analysis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Assessment and 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One-time, not continuous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Market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Code assistants focus on suggestions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Agentic tools focus on individual tasks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Enterprise tools focus on analysis and migration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FactoryAI bridges these by delivering autonomous execution with enterprise integration and scalability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7B26F"/>
                </a:solidFill>
              </a:defRPr>
            </a:pPr>
            <a: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4A90D9"/>
                </a:solidFill>
              </a:defRPr>
            </a:pPr>
            <a:r>
              <a:t>Competitive Comparison - Feature Matrix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A90D9"/>
                </a:solidFill>
              </a:defRPr>
            </a:pPr>
            <a:r>
              <a:t>FactoryAI vs Major Competitors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300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  <a:gridCol w="1428750"/>
              </a:tblGrid>
              <a:tr h="468629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FactoryAI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Copilot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Devin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Cline/Aider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IBM WCA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Autonomous Task Completion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Suggestions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Partial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Assisted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Multi-File Refactoring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Slack / Jira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CI/CD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Native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GH 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Parallel Execution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Limited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468629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Model Agnostic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OpenAI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Claude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Mixed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Proprietary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IBM</a:t>
                      </a:r>
                    </a:p>
                  </a:txBody>
                  <a:tcPr/>
                </a:tc>
              </a:tr>
              <a:tr h="46863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Enterprise-Scale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Growing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Growing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Growing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Individual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Enterprise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A90D9"/>
                </a:solidFill>
              </a:defRPr>
            </a:pPr>
            <a:r>
              <a:t>Why FactoryAI Wins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Comparison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Reason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vs GitHub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FactoryAI executes full tasks instead of suggesting code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vs Claude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FactoryAI adds enterprise orchestration, CI/CD, and scalability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vs Devin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FactoryAI supports enterprise deployment and parallel execution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vs OSS tools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FactoryAI provides governance, security, and enterprise readiness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vs App Mod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FactoryAI enables continuous automation beyond one-time migration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7B26F"/>
                </a:solidFill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4A90D9"/>
                </a:solidFill>
              </a:defRPr>
            </a:pPr>
            <a:r>
              <a:t>When Alternatives Make Sense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A90D9"/>
                </a:solidFill>
              </a:defRPr>
            </a:pPr>
            <a:r>
              <a:t>Scenarios Where Competing Solutions Are Better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3000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76794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Scenario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Recommended Tool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Inline code suggestions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GitHub Copilot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Claude-centric development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Claude Code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IDE-first developer experience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Cursor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Experimental autonomous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Devin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One-time modernization assessments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Wipro App Mod Studio</a:t>
                      </a:r>
                    </a:p>
                  </a:txBody>
                  <a:tcPr/>
                </a:tc>
              </a:tr>
              <a:tr h="476796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OSS-driven customization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Cline / Aider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30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4A90D9"/>
                </a:solidFill>
              </a:defRPr>
            </a:pPr>
            <a:r>
              <a:t>When FactoryAI Is the Clear Choice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822960"/>
          <a:ext cx="114300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Requirement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Why FactoryAI</a:t>
                      </a:r>
                    </a:p>
                  </a:txBody>
                  <a:tcPr>
                    <a:solidFill>
                      <a:srgbClr val="4A90D9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Enterprise-scale automation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Supports parallel execution across repositories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CI/CD-driven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Native pipeline integration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Multi-tool environments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Works across IDE, CLI, Slack, Jira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Vendor 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Model-agnostic architecture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Continuous modernization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Designed for ongoing execution, not one-time projects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A90D9"/>
                </a:solidFill>
              </a:defRPr>
            </a:pPr>
            <a:r>
              <a:t>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FactoryAI is built for enterprise teams that need autonomous execution, governance, and scale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It uniquely combines agentic AI, enterprise integrations, and parallel execution into a single platform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Designed for continuous automation, not just one-time migrations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i="1">
                <a:solidFill>
                  <a:srgbClr val="67B26F"/>
                </a:solidFill>
              </a:defRPr>
            </a:pPr>
            <a:r>
              <a:t>"FactoryAI - Autonomous AI for Enterprise Software Engineering"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